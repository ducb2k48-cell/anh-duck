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4FBE-DC8C-FDD1-484F-E95A58BFA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B2C47-831D-1A32-D5DF-AA41B9C0D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2DBC0-49CA-D039-815F-4E6D97983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FED9A-23EA-4A97-A964-0CE8A8976030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C78BA-3B7F-E7C7-FD9B-A2CBE64C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447C8-0DAE-F956-D6A8-7E33DC22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88EC-E225-4052-AFBB-455AB1124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63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2959-9620-37FC-EE28-2E50E4CC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5AEEA-5169-086D-F9F8-B67A3E81C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23E53-DE63-C081-79DC-CAC00BF19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FED9A-23EA-4A97-A964-0CE8A8976030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7A30-B019-FDB4-5C57-0011D14FD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F422C-6173-6DEC-1572-387A22A1A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88EC-E225-4052-AFBB-455AB1124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2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90499-52EF-C346-B9A2-4ADF74CCA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45D98-83BB-7E36-CD46-B7AFDA7E6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70F72-C92F-5351-DDFE-206DAA9A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FED9A-23EA-4A97-A964-0CE8A8976030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A8122-CC73-0C70-E9EA-3F26040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26AE7-6B76-EB22-CCFD-7814F592B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88EC-E225-4052-AFBB-455AB1124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93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C8A3-9665-D4C7-693E-BFD73520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46492-D675-1923-7E83-A26BD8A4B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46EB5-3A56-2878-8A8D-3F6C1DFF6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E80A5-7750-B7AB-3F9A-5E062A4A9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FED9A-23EA-4A97-A964-0CE8A8976030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AA9D2-9B57-55EA-F0EA-6FDA2341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AFCDD-DE59-40C2-AE9D-8825F8811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88EC-E225-4052-AFBB-455AB1124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6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627-374A-DD7E-03C0-2F2AF5EBE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F40B4-3CCA-6F12-BD2F-59EE1370A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0116B-8818-563E-5B81-94AE5E798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B4143-03C6-5212-A36F-9B98AB999B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56FFA3-4EB3-2BF1-E326-FE8515E38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7BD50B-257B-3174-C7AA-12E8420E3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FED9A-23EA-4A97-A964-0CE8A8976030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6A1441-1C0E-497E-685B-5461D276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FEB9F0-3203-99DB-9AAB-E463B262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88EC-E225-4052-AFBB-455AB1124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1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4E09-35A4-42CE-2A1D-E0B56622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C77FF-8B65-580C-9AA2-E817F3CD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FED9A-23EA-4A97-A964-0CE8A8976030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8E4CD-60CF-E76E-A488-7ADC9DFDA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2AA27-BC81-5FBA-BBB5-DC167B47F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88EC-E225-4052-AFBB-455AB1124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4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E4BF69-E117-F306-6866-AA0168CD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FED9A-23EA-4A97-A964-0CE8A8976030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ADFF8E-928A-2229-1253-3B9FCF7E5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EE178-7E79-44F0-F9B1-2B232361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88EC-E225-4052-AFBB-455AB1124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97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900BA-723C-D1AA-46BA-8B3F5723D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AFFA5-CA47-5A61-5C6B-FB29FCCF8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C4CE8-AB8F-CEAF-EDAA-9A25DBEF9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9BED1-156A-D938-B301-8A2546854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FED9A-23EA-4A97-A964-0CE8A8976030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29F5D-C462-C47E-EC26-09844551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1C47D-33E8-C25F-9A38-D533836AF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88EC-E225-4052-AFBB-455AB1124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3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DC63-8055-D9B6-11C8-45A2419E3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FF7B62-7876-ACBF-1AFE-DE6B8DDAE3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841B0-903A-B9A9-707C-0FEE34E97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42085-668C-DBDF-F693-DE9D5AFAC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FED9A-23EA-4A97-A964-0CE8A8976030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3B927-7E4B-E719-5D7A-ABEED3A39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21A8C-FAC4-D4E2-C92E-BE15913B7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88EC-E225-4052-AFBB-455AB1124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73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941D-EC26-64DE-4E92-DEF64CC49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CBB43-D58D-FA9D-9578-E45066695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6F7B1-468E-8A76-AE16-4887F4F48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FED9A-23EA-4A97-A964-0CE8A8976030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14A40-6ECE-A2EA-070B-44D53772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2016E-CFBD-0C2D-A5DB-90B01F75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88EC-E225-4052-AFBB-455AB1124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0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9EF426-EA87-A027-BC16-1773C93BB0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D53889-980D-604B-A8CC-B7AC5F0C6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D8010-DB41-8CD4-7DA5-0BDD2BE7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FED9A-23EA-4A97-A964-0CE8A8976030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1EE16-4661-65CE-A21B-AD231629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DED7B-643F-9533-4A00-9E4982084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88EC-E225-4052-AFBB-455AB1124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76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43831D-C8B6-F06E-AAD4-5D27C41A3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2FB4E-2C47-F02E-C8F3-2E613B6AB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6E233-A533-0BC1-5A8F-65FA1C596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FED9A-23EA-4A97-A964-0CE8A8976030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785DA-6E90-EC70-182D-DD0154BEE3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97854-F9A5-704E-E6F7-15A585ED0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A88EC-E225-4052-AFBB-455AB1124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99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6811F-182A-B2CA-225B-A2F20A271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91750"/>
          </a:xfrm>
        </p:spPr>
        <p:txBody>
          <a:bodyPr/>
          <a:lstStyle/>
          <a:p>
            <a:r>
              <a:rPr lang="vi-VN" dirty="0"/>
              <a:t>Giới thiệu bản thân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B2AD9-A8FD-232C-CD43-0B7A6AEEF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vi-VN" dirty="0"/>
              <a:t>1.</a:t>
            </a:r>
            <a:r>
              <a:rPr lang="vi-VN" dirty="0">
                <a:hlinkClick r:id="rId2" action="ppaction://hlinksldjump"/>
              </a:rPr>
              <a:t>Thông tin cá nhân</a:t>
            </a:r>
            <a:endParaRPr lang="vi-VN" dirty="0"/>
          </a:p>
          <a:p>
            <a:pPr algn="l"/>
            <a:r>
              <a:rPr lang="vi-VN" dirty="0"/>
              <a:t>2.</a:t>
            </a:r>
            <a:r>
              <a:rPr lang="vi-VN" dirty="0">
                <a:hlinkClick r:id="rId3" action="ppaction://hlinksldjump"/>
              </a:rPr>
              <a:t>Sở Thích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194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CCDBD-81FE-4C90-7265-51DC9350D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Họ và tên: Đinh Anh Đức</a:t>
            </a:r>
          </a:p>
          <a:p>
            <a:r>
              <a:rPr lang="vi-VN" dirty="0"/>
              <a:t>Ngày Sinh: 19/12/2005</a:t>
            </a:r>
          </a:p>
          <a:p>
            <a:r>
              <a:rPr lang="vi-VN" dirty="0"/>
              <a:t>Quê quán: Ninh Bình</a:t>
            </a:r>
          </a:p>
          <a:p>
            <a:pPr marL="0" indent="0">
              <a:buNone/>
            </a:pPr>
            <a:endParaRPr lang="vi-V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87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EC0EB-B628-81B9-D852-0FECDAD3E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030"/>
            <a:ext cx="10515600" cy="6489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dirty="0">
                <a:latin typeface="+mj-lt"/>
              </a:rPr>
              <a:t>1. Làm điều mình thích </a:t>
            </a:r>
            <a:r>
              <a:rPr lang="vi-VN" dirty="0" err="1">
                <a:latin typeface="+mj-lt"/>
              </a:rPr>
              <a:t>chịch</a:t>
            </a:r>
            <a:r>
              <a:rPr lang="vi-VN" dirty="0">
                <a:latin typeface="+mj-lt"/>
              </a:rPr>
              <a:t> người mình yêu</a:t>
            </a:r>
          </a:p>
          <a:p>
            <a:pPr marL="0" indent="0">
              <a:buNone/>
            </a:pPr>
            <a:r>
              <a:rPr lang="vi-VN" dirty="0">
                <a:latin typeface="+mj-lt"/>
              </a:rPr>
              <a:t>2. Sống kiểu vua chúa</a:t>
            </a:r>
          </a:p>
          <a:p>
            <a:pPr marL="0" indent="0">
              <a:buNone/>
            </a:pPr>
            <a:r>
              <a:rPr lang="vi-VN" dirty="0">
                <a:latin typeface="+mj-lt"/>
              </a:rPr>
              <a:t>3. Tiêu tiền</a:t>
            </a:r>
          </a:p>
          <a:p>
            <a:pPr marL="0" indent="0">
              <a:buNone/>
            </a:pPr>
            <a:r>
              <a:rPr lang="vi-VN" dirty="0">
                <a:latin typeface="+mj-lt"/>
              </a:rPr>
              <a:t>4. </a:t>
            </a:r>
          </a:p>
          <a:p>
            <a:pPr marL="0" indent="0">
              <a:buNone/>
            </a:pPr>
            <a:endParaRPr lang="vi-VN" dirty="0">
              <a:latin typeface="+mj-lt"/>
            </a:endParaRPr>
          </a:p>
          <a:p>
            <a:pPr marL="0" indent="0">
              <a:buNone/>
            </a:pPr>
            <a:r>
              <a:rPr lang="vi-VN" dirty="0">
                <a:latin typeface="+mj-lt"/>
              </a:rPr>
              <a:t>5. </a:t>
            </a:r>
          </a:p>
          <a:p>
            <a:pPr marL="0" indent="0">
              <a:buNone/>
            </a:pPr>
            <a:endParaRPr lang="vi-VN" dirty="0">
              <a:latin typeface="+mj-lt"/>
            </a:endParaRPr>
          </a:p>
          <a:p>
            <a:pPr marL="0" indent="0">
              <a:buNone/>
            </a:pPr>
            <a:endParaRPr lang="vi-VN" dirty="0">
              <a:latin typeface="+mj-lt"/>
            </a:endParaRPr>
          </a:p>
          <a:p>
            <a:pPr marL="0" indent="0">
              <a:buNone/>
            </a:pPr>
            <a:r>
              <a:rPr lang="vi-VN" dirty="0">
                <a:latin typeface="+mj-lt"/>
              </a:rPr>
              <a:t>6.</a:t>
            </a:r>
          </a:p>
          <a:p>
            <a:pPr marL="0" indent="0">
              <a:buNone/>
            </a:pPr>
            <a:endParaRPr lang="vi-VN" dirty="0">
              <a:latin typeface="+mj-lt"/>
            </a:endParaRPr>
          </a:p>
          <a:p>
            <a:pPr marL="0" indent="0">
              <a:buNone/>
            </a:pPr>
            <a:endParaRPr lang="vi-VN" dirty="0">
              <a:latin typeface="+mj-lt"/>
            </a:endParaRPr>
          </a:p>
          <a:p>
            <a:pPr marL="0" indent="0">
              <a:buNone/>
            </a:pPr>
            <a:r>
              <a:rPr lang="vi-VN" dirty="0">
                <a:latin typeface="+mj-lt"/>
              </a:rPr>
              <a:t>7.</a:t>
            </a:r>
          </a:p>
          <a:p>
            <a:pPr marL="0" indent="0">
              <a:buNone/>
            </a:pPr>
            <a:endParaRPr lang="vi-VN" dirty="0">
              <a:latin typeface="+mj-lt"/>
            </a:endParaRP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pic>
        <p:nvPicPr>
          <p:cNvPr id="5" name="Graphic 4" descr="Baby with solid fill">
            <a:extLst>
              <a:ext uri="{FF2B5EF4-FFF2-40B4-BE49-F238E27FC236}">
                <a16:creationId xmlns:a16="http://schemas.microsoft.com/office/drawing/2014/main" id="{46164AB6-FA31-6352-AD53-EBAE3FD7D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421434" y="1744930"/>
            <a:ext cx="914400" cy="914400"/>
          </a:xfrm>
          <a:prstGeom prst="rect">
            <a:avLst/>
          </a:prstGeom>
        </p:spPr>
      </p:pic>
      <p:pic>
        <p:nvPicPr>
          <p:cNvPr id="7" name="Graphic 6" descr="Baby crawling with solid fill">
            <a:extLst>
              <a:ext uri="{FF2B5EF4-FFF2-40B4-BE49-F238E27FC236}">
                <a16:creationId xmlns:a16="http://schemas.microsoft.com/office/drawing/2014/main" id="{B9D8B79B-C3E2-2BC5-C025-1B0BC5C9ED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871298">
            <a:off x="1293964" y="1494282"/>
            <a:ext cx="695863" cy="914400"/>
          </a:xfrm>
          <a:prstGeom prst="rect">
            <a:avLst/>
          </a:prstGeom>
        </p:spPr>
      </p:pic>
      <p:pic>
        <p:nvPicPr>
          <p:cNvPr id="13" name="Graphic 12" descr="Crab with solid fill">
            <a:extLst>
              <a:ext uri="{FF2B5EF4-FFF2-40B4-BE49-F238E27FC236}">
                <a16:creationId xmlns:a16="http://schemas.microsoft.com/office/drawing/2014/main" id="{6B7E6412-12EA-8ED8-67D8-CF2D9B6B21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1389803" y="4220230"/>
            <a:ext cx="914400" cy="914400"/>
          </a:xfrm>
          <a:prstGeom prst="rect">
            <a:avLst/>
          </a:prstGeom>
        </p:spPr>
      </p:pic>
      <p:pic>
        <p:nvPicPr>
          <p:cNvPr id="17" name="Graphic 16" descr="Butterfly with solid fill">
            <a:extLst>
              <a:ext uri="{FF2B5EF4-FFF2-40B4-BE49-F238E27FC236}">
                <a16:creationId xmlns:a16="http://schemas.microsoft.com/office/drawing/2014/main" id="{1EE3449A-A895-1EB8-82AD-9CAABDCC58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0" y="2332646"/>
            <a:ext cx="914400" cy="914400"/>
          </a:xfrm>
          <a:prstGeom prst="rect">
            <a:avLst/>
          </a:prstGeom>
        </p:spPr>
      </p:pic>
      <p:pic>
        <p:nvPicPr>
          <p:cNvPr id="19" name="Graphic 18" descr="Pregnant lady with solid fill">
            <a:extLst>
              <a:ext uri="{FF2B5EF4-FFF2-40B4-BE49-F238E27FC236}">
                <a16:creationId xmlns:a16="http://schemas.microsoft.com/office/drawing/2014/main" id="{452B80AA-9A70-18C9-4B36-3A8CB17509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98566" y="5513219"/>
            <a:ext cx="914400" cy="914400"/>
          </a:xfrm>
          <a:prstGeom prst="rect">
            <a:avLst/>
          </a:prstGeom>
        </p:spPr>
      </p:pic>
      <p:pic>
        <p:nvPicPr>
          <p:cNvPr id="21" name="Graphic 20" descr="Woman with solid fill">
            <a:extLst>
              <a:ext uri="{FF2B5EF4-FFF2-40B4-BE49-F238E27FC236}">
                <a16:creationId xmlns:a16="http://schemas.microsoft.com/office/drawing/2014/main" id="{9D9CBE86-0588-03DD-0B47-787FB83973C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96332" y="4198671"/>
            <a:ext cx="914400" cy="914400"/>
          </a:xfrm>
          <a:prstGeom prst="rect">
            <a:avLst/>
          </a:prstGeom>
        </p:spPr>
      </p:pic>
      <p:pic>
        <p:nvPicPr>
          <p:cNvPr id="23" name="Graphic 22" descr="Butterfly with solid fill">
            <a:extLst>
              <a:ext uri="{FF2B5EF4-FFF2-40B4-BE49-F238E27FC236}">
                <a16:creationId xmlns:a16="http://schemas.microsoft.com/office/drawing/2014/main" id="{1C5F74DF-C507-154D-6F11-5537C69F35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89803" y="3087013"/>
            <a:ext cx="914400" cy="914400"/>
          </a:xfrm>
          <a:prstGeom prst="rect">
            <a:avLst/>
          </a:prstGeom>
        </p:spPr>
      </p:pic>
      <p:pic>
        <p:nvPicPr>
          <p:cNvPr id="25" name="Graphic 24" descr="Female Profile with solid fill">
            <a:extLst>
              <a:ext uri="{FF2B5EF4-FFF2-40B4-BE49-F238E27FC236}">
                <a16:creationId xmlns:a16="http://schemas.microsoft.com/office/drawing/2014/main" id="{0F8DCEB1-3E4F-4FC2-2CBC-92FDE8734B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26861" y="5513219"/>
            <a:ext cx="914400" cy="914400"/>
          </a:xfrm>
          <a:prstGeom prst="rect">
            <a:avLst/>
          </a:prstGeom>
        </p:spPr>
      </p:pic>
      <p:pic>
        <p:nvPicPr>
          <p:cNvPr id="27" name="Graphic 26" descr="In love face with solid fill with solid fill">
            <a:extLst>
              <a:ext uri="{FF2B5EF4-FFF2-40B4-BE49-F238E27FC236}">
                <a16:creationId xmlns:a16="http://schemas.microsoft.com/office/drawing/2014/main" id="{9FB63964-7C1F-A354-0419-8CD588B6B09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92953" y="5513219"/>
            <a:ext cx="914400" cy="914400"/>
          </a:xfrm>
          <a:prstGeom prst="rect">
            <a:avLst/>
          </a:prstGeom>
        </p:spPr>
      </p:pic>
      <p:pic>
        <p:nvPicPr>
          <p:cNvPr id="29" name="Graphic 28" descr="Tongue with solid fill">
            <a:extLst>
              <a:ext uri="{FF2B5EF4-FFF2-40B4-BE49-F238E27FC236}">
                <a16:creationId xmlns:a16="http://schemas.microsoft.com/office/drawing/2014/main" id="{7F3083DA-AD34-2B8F-2343-B70545B81CB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89803" y="2542300"/>
            <a:ext cx="914400" cy="914400"/>
          </a:xfrm>
          <a:prstGeom prst="rect">
            <a:avLst/>
          </a:prstGeom>
        </p:spPr>
      </p:pic>
      <p:pic>
        <p:nvPicPr>
          <p:cNvPr id="34" name="Graphic 33" descr="Eyes with solid fill">
            <a:extLst>
              <a:ext uri="{FF2B5EF4-FFF2-40B4-BE49-F238E27FC236}">
                <a16:creationId xmlns:a16="http://schemas.microsoft.com/office/drawing/2014/main" id="{10A1FDE5-FBFF-2251-4C32-2624B926FDC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335834" y="557472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71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CEB78-2363-5C9B-D55C-992277944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758"/>
            <a:ext cx="10515600" cy="6125205"/>
          </a:xfrm>
        </p:spPr>
        <p:txBody>
          <a:bodyPr/>
          <a:lstStyle/>
          <a:p>
            <a:r>
              <a:rPr lang="vi-VN" dirty="0" err="1"/>
              <a:t>Emi</a:t>
            </a:r>
            <a:r>
              <a:rPr lang="vi-VN" dirty="0"/>
              <a:t> </a:t>
            </a:r>
            <a:r>
              <a:rPr lang="vi-VN" dirty="0" err="1"/>
              <a:t>fukada</a:t>
            </a:r>
            <a:endParaRPr lang="vi-VN" dirty="0"/>
          </a:p>
          <a:p>
            <a:endParaRPr lang="vi-V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002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60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Giới thiệu bản thân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bản thân</dc:title>
  <dc:creator>Anh Đức</dc:creator>
  <cp:lastModifiedBy>Anh Đức</cp:lastModifiedBy>
  <cp:revision>1</cp:revision>
  <dcterms:created xsi:type="dcterms:W3CDTF">2024-06-14T03:25:31Z</dcterms:created>
  <dcterms:modified xsi:type="dcterms:W3CDTF">2024-06-14T04:04:14Z</dcterms:modified>
</cp:coreProperties>
</file>